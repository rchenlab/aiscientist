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737360"/>
            <a:ext cx="5669280" cy="5669280"/>
          </a:xfrm>
          <a:prstGeom prst="ellipse">
            <a:avLst/>
          </a:prstGeom>
          <a:solidFill>
            <a:srgbClr val="201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3566160"/>
            <a:ext cx="3108960" cy="3108960"/>
          </a:xfrm>
          <a:prstGeom prst="ellipse">
            <a:avLst/>
          </a:prstGeom>
          <a:solidFill>
            <a:srgbClr val="1C1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813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AiScientist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042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技术规格说明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作业状态设计 · 上下文管理 · 跨服务器作业提交 · 工作流与业务能力 · 技术选型 —— 并对在研的基因变异注释线做重点分析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24528"/>
            <a:ext cx="2377440" cy="347472"/>
          </a:xfrm>
          <a:prstGeom prst="roundRect">
            <a:avLst>
              <a:gd name="adj" fmla="val 23684"/>
            </a:avLst>
          </a:prstGeom>
          <a:solidFill>
            <a:srgbClr val="2A2551"/>
          </a:solidFill>
          <a:ln w="12700">
            <a:solidFill>
              <a:srgbClr val="3E387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HPC3 + eyeserver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27248" y="4224528"/>
            <a:ext cx="2377440" cy="347472"/>
          </a:xfrm>
          <a:prstGeom prst="roundRect">
            <a:avLst>
              <a:gd name="adj" fmla="val 23684"/>
            </a:avLst>
          </a:prstGeom>
          <a:solidFill>
            <a:srgbClr val="2A2551"/>
          </a:solidFill>
          <a:ln w="12700">
            <a:solidFill>
              <a:srgbClr val="3E387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Qwen3.6-35B-A3B (vLLM)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05856" y="4224528"/>
            <a:ext cx="2377440" cy="347472"/>
          </a:xfrm>
          <a:prstGeom prst="roundRect">
            <a:avLst>
              <a:gd name="adj" fmla="val 23684"/>
            </a:avLst>
          </a:prstGeom>
          <a:solidFill>
            <a:srgbClr val="2A2551"/>
          </a:solidFill>
          <a:ln w="12700">
            <a:solidFill>
              <a:srgbClr val="3E387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~26K 行 · 933 测试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隐私优先的多智能体生物信息学研究平台 · UCI 视觉／眼科生物学实验室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系统概览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系统是什么，以及描述其规模的四个数字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408176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94944" y="2066544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层：Web 网关 ↔ HPC3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4136" y="1335024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408176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36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066544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个预置研究流水线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335024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408176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45936" y="2066544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个可重写原子技能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25128" y="1335024"/>
            <a:ext cx="2615184" cy="1298448"/>
          </a:xfrm>
          <a:prstGeom prst="roundRect">
            <a:avLst>
              <a:gd name="adj" fmla="val 4930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1432" y="1408176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6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71432" y="2066544"/>
            <a:ext cx="2322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个离线测试，无需集群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11091672" cy="2761488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999232"/>
            <a:ext cx="10579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研究者通过浏览器登录，为控制台绑定数据集，然后用自然语言提出科学问题。登录之后，控制台 SSH 连接到 UCI HPC3，通过 Slurm GPU + vLLM 提供开源权重大模型服务，并运行一个角色化的「研究实验室」——首席研究员 → 科学家 → 评审——负责规划工作、调用真实分析工具，并流式返回可引用的、论文体例的报告。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4041648"/>
            <a:ext cx="274320" cy="27432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70432" y="4023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隐私优先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3891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大模型运行在 UCI 自有硬件上，原始数据不出校园。每次模型调用前由 DataBoundaryGuard 检查 prompt。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79976" y="4041648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9976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4023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重计算在 HPC3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79976" y="43891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推理、run_code、scanpy、VEP、LIRICAL、报告渲染——全部是 Singularity 容器化的 Slurm 作业，绝不悄悄跑在 Web 主机上。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4041648"/>
            <a:ext cx="274320" cy="274320"/>
          </a:xfrm>
          <a:prstGeom prst="ellipse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4023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诚实优于好看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43891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工具如实报告失败而不伪造成功；确定性守卫不允许评审「接受」一个工具调用出错的步骤。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两层架构，通过 SSH 解耦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控制台不持有 GPU，也不长期保存数据集副本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00400" cy="1280160"/>
          </a:xfrm>
          <a:prstGeom prst="roundRect">
            <a:avLst>
              <a:gd name="adj" fmla="val 5000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9222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控制台 UI · WebSocket 事件流 · 计划审阅模式 · 停止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840480" cy="1280160"/>
          </a:xfrm>
          <a:prstGeom prst="roundRect">
            <a:avLst>
              <a:gd name="adj" fmla="val 5000"/>
            </a:avLst>
          </a:prstGeom>
          <a:solidFill>
            <a:srgbClr val="2A2551"/>
          </a:solidFill>
          <a:ln w="6350">
            <a:solidFill>
              <a:srgbClr val="2A25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eyeserver —— FastAPI 网关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179222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3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账户 · 会话历史 · 上传 · 编排 · 报告装配 · Postgres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0" y="1371600"/>
            <a:ext cx="3227832" cy="1280160"/>
          </a:xfrm>
          <a:prstGeom prst="roundRect">
            <a:avLst>
              <a:gd name="adj" fmla="val 5000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481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HPC3 —— Slurm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17922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GPU 服务 · run_code · scanpy · VEP · LIRICAL · scGPT · pandoc 渲染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94760" y="2011680"/>
            <a:ext cx="320040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46720" y="2011680"/>
            <a:ext cx="320040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273552" y="26883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WSS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525512" y="26883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+ Duo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90672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56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传输内容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命令通道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命令、sbatch、squeue/sacct、文件投递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paramiko SSHExecutor · RemoteExecutor protocol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推理隧道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对话 + 工具调用 + 精确 token 计数 + 流式 token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每会话本地端口转发到 GPU 节点；vLLM 对外说的是 OpenAI 的接口协议（POST /v1/chat/completions、GET /v1/models，外加它自己的 /tokenize），因此不依赖任何厂商 SDK，端点可整体替换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断点续传分块上传，直接落到 dfs3b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SFTP put_file —— 网关不留副本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结果面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图表同步回本地；检查点留在 DFS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get_file + BIOAGENT_RESULT_JSON 标准输出标记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553212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网关对 HPC3 的一切操作都经由同一个 RemoteExecutor 接口——由真实 SSH 会话与进程内 MockExecutor 两种实现提供，这正是整条链路能够离线测试的原因。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11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solidFill>
            <a:srgbClr val="1D1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0779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作业状态设计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12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七个状态对象、四种生命周期、一次可恢复的运行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一个作业涉及的状态对象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状态按「生命周期」分层，而不是塞进一个大对象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61872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74920"/>
                <a:gridCol w="1417320"/>
                <a:gridCol w="19933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承载内容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生命周期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存放位置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执行器、GPU 分配、隧道端口、模型、事件日志、订阅者、按会话的聊天记忆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一次登录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网关内存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run_id、conversation_id、停止事件、计划审阅事件与值、引擎类型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一次运行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网关内存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 字典（数据集）、工作区路径、隧道端口、模型——贯穿每个工具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一个步骤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网关内存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轮次号、步骤序号、步骤文本、专家、工具结果、评审裁定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一个步骤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位于 LabResult 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问题、议程、全部轮次、是否收敛、通过步数、最终答案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一次运行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 →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run_state.json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LabResult + 引导 + 数据集路径 + 病例记录——恢复所需的全部信息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artifacts/process/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job_id、类型、属主、Slurm 状态——sbatch 返回即写入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直到终态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原子 JSON 注册表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记录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用户／数据集／运行／会话／消息——元数据入库，大文件留盘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eyeserver Postgres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检查点（work/adata_*.h5ad、注释后的 TSV）从不回传网关——它们就地累积在共享 DFS 上，下一步的 Slurm 作业直接读取，无需往返。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一个作业的完整生命周期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两个人在环节点：Duo 推送认证，以及计划审阅模式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737360" cy="3657600"/>
          </a:xfrm>
          <a:prstGeom prst="roundRect">
            <a:avLst>
              <a:gd name="adj" fmla="val 3684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7904"/>
            <a:ext cx="292608" cy="292608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901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231136"/>
            <a:ext cx="15179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+ Duo，随后一次性完成 GPU 供给：connecting → provisioning → ready。绝不会返回「SSH 已通但没有模型」的半连接会话。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04288" y="320040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14016" y="1371600"/>
            <a:ext cx="1737360" cy="36576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517904"/>
            <a:ext cx="292608" cy="292608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23744" y="1901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23744" y="2231136"/>
            <a:ext cx="15179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首席研究员把问题拆成有序议程（≤20 步）。计划模式在 plan_event 上阻塞，直到用户批准或编辑。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9664" y="320040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79392" y="1371600"/>
            <a:ext cx="1737360" cy="3657600"/>
          </a:xfrm>
          <a:prstGeom prst="roundRect">
            <a:avLst>
              <a:gd name="adj" fmla="val 3684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1517904"/>
            <a:ext cx="292608" cy="292608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1901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89120" y="2231136"/>
            <a:ext cx="15179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每个步骤：预检门 → 科学家调用工具 → 评审给出 accept | revise 与评分。确定性守卫禁止「接受」失败的工具调用。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320040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44768" y="1371600"/>
            <a:ext cx="1737360" cy="36576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1517904"/>
            <a:ext cx="292608" cy="292608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54496" y="1901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54496" y="2231136"/>
            <a:ext cx="15179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轮次预算由议程推导，保证每个计划步骤都能执行；每步最多 max_revisions 次修订后强制推进。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00416" y="320040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10144" y="1371600"/>
            <a:ext cx="1737360" cy="3657600"/>
          </a:xfrm>
          <a:prstGeom prst="roundRect">
            <a:avLst>
              <a:gd name="adj" fmla="val 3684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517904"/>
            <a:ext cx="292608" cy="292608"/>
          </a:xfrm>
          <a:prstGeom prst="ellipse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19872" y="1901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19872" y="2231136"/>
            <a:ext cx="15179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确定性、无 AI 参与的装配（pandoc → PDF/DOCX），嵌入工具实际产出的图与表。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765792" y="320040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75520" y="1371600"/>
            <a:ext cx="1737360" cy="36576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03536" y="1517904"/>
            <a:ext cx="292608" cy="292608"/>
          </a:xfrm>
          <a:prstGeom prst="ellipse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03536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985248" y="190195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985248" y="2231136"/>
            <a:ext cx="15179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 run_state.json，使运行可被恢复、报告可被重生成，而无需重跑分析。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5230368"/>
            <a:ext cx="11091672" cy="877824"/>
          </a:xfrm>
          <a:prstGeom prst="roundRect">
            <a:avLst>
              <a:gd name="adj" fmla="val 7292"/>
            </a:avLst>
          </a:prstGeom>
          <a:solidFill>
            <a:srgbClr val="E9E7F3"/>
          </a:solidFill>
          <a:ln w="6350">
            <a:solidFill>
              <a:srgbClr val="E9E7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5340096"/>
            <a:ext cx="10652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无需重新规划的恢复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ResumeState.from_run_state 载入已持久化的运行，把所有「已通过」的轮次作为只读结论保留，必然重跑被修改的步骤，再由首席研究员判断哪些后续步骤真正依赖该改动——独立的文献步骤予以保留，下游的差异表达步骤则重跑。DFS 上的检查点让这一切代价很低。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隔离、取消与持久性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为什么运行状态按「运行」而不是按「连接」划分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3538728" cy="4114800"/>
          </a:xfrm>
          <a:prstGeom prst="roundRect">
            <a:avLst>
              <a:gd name="adj" fmla="val 1809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35024"/>
            <a:ext cx="3538728" cy="457200"/>
          </a:xfrm>
          <a:prstGeom prst="roundRect">
            <a:avLst>
              <a:gd name="adj" fmla="val 14000"/>
            </a:avLst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27632"/>
            <a:ext cx="3538728" cy="164592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按运行隔离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3172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SSH/GPU 连接会被用户的多个窗口、标签页与会话共享。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每个「运行」拥有自己的取消事件、计划审阅事件，以及自己的身份（run_id + conversation_id）。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每条流式 WS 事件都带标签，客户端据此把它分发回「所属」的会话气泡。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33672" y="1335024"/>
            <a:ext cx="3538728" cy="4114800"/>
          </a:xfrm>
          <a:prstGeom prst="roundRect">
            <a:avLst>
              <a:gd name="adj" fmla="val 1809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3672" y="1335024"/>
            <a:ext cx="3538728" cy="457200"/>
          </a:xfrm>
          <a:prstGeom prst="roundRect">
            <a:avLst>
              <a:gd name="adj" fmla="val 14000"/>
            </a:avLst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3672" y="1627632"/>
            <a:ext cx="3538728" cy="164592"/>
          </a:xfrm>
          <a:prstGeom prst="rect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37160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真正生效的取消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6552" y="1956816"/>
            <a:ext cx="3172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同一连接上的运行是串行的——运行进行中 /api/lab 返回 409。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停止会置位该运行自身的 chat_stop；流式循环与步骤回调轮询它，并对在飞的 Slurm 作业执行 scancel。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指向已结束运行的过期批准／取消会解析为空操作，而不会误伤当前正在运行的作业。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18704" y="1335024"/>
            <a:ext cx="3538728" cy="4114800"/>
          </a:xfrm>
          <a:prstGeom prst="roundRect">
            <a:avLst>
              <a:gd name="adj" fmla="val 1809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18704" y="1335024"/>
            <a:ext cx="3538728" cy="457200"/>
          </a:xfrm>
          <a:prstGeom prst="roundRect">
            <a:avLst>
              <a:gd name="adj" fmla="val 14000"/>
            </a:avLst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18704" y="1627632"/>
            <a:ext cx="3538728" cy="164592"/>
          </a:xfrm>
          <a:prstGeom prst="rect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137160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重启后的存活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01584" y="1956816"/>
            <a:ext cx="3172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sbatch 一返回，作业就归 Slurm 所有——即使网关进程崩溃，计算仍在继续。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每次提交在拿到 job_id 的瞬间就写入原子 JSON 注册表。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重连的会话查出自己尚未完成的作业并重新挂接——重新挂接受属主校验保护。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这次隔离重构源于一个真实缺陷：运行状态仅以 connection_id 为键，导致跨窗口的计划泄漏、误取消与过期重规划。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11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solidFill>
            <a:srgbClr val="1D1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0779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上下文管理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12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两条路径、同一套预算纪律、彻底的降级策略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两条上下文路径，共用一套估算器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研究步骤可以承受 prefill 延迟，聊天轮次不能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546811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16736"/>
            <a:ext cx="5468112" cy="457200"/>
          </a:xfrm>
          <a:prstGeom prst="roundRect">
            <a:avLst>
              <a:gd name="adj" fmla="val 14000"/>
            </a:avLst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5468112" cy="164592"/>
          </a:xfrm>
          <a:prstGeom prst="rect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5331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研究路径 —— research_harness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3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结构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12848" y="1920240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工具 schema + 持续累积的工具调用转录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3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12848" y="2816352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使用完整服务窗口（BIOAGENT_VLLM_MAX_MODEL_LEN，生产为 131072）− 2048 输出预留 − 2048 安全余量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749808" y="3712464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3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12848" y="3712464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可用时取 GPU 节点上 vLLM /tokenize 的精确计数；否则按 2.6 字符/token 的启发式估算——刻意高估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749808" y="4608576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F3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溢出处理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2848" y="4608576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反应式自压缩：当 vLLM 因上下文超限返回 HTTP 400 时，追加 3072 预留重新裁剪并重试，最多 3 次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172200" y="1316736"/>
            <a:ext cx="546811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316736"/>
            <a:ext cx="5468112" cy="457200"/>
          </a:xfrm>
          <a:prstGeom prst="roundRect">
            <a:avLst>
              <a:gd name="adj" fmla="val 14000"/>
            </a:avLst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609344"/>
            <a:ext cx="5468112" cy="164592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135331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快速聊天路径 —— chat_context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3368" y="19202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结构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36408" y="1920240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旧轮次的滚动摘要 + 最近 6 组对话原文 + 当前问题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373368" y="281635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36408" y="2816352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自设 24K 上限，而不是 131K 窗口——prefill 随 prompt 长度增长，会摧毁首 token 延迟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373368" y="3712464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36408" y="3712464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被淘汰的轮次被「摘要」而非「丢弃」；重摘要是增量的（上次摘要 + 仅新淘汰的轮次），成本恒定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373368" y="4608576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放置方式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36408" y="4608576"/>
            <a:ext cx="3602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记忆被拼接进 system 消息内——Qwen 的 chat 模板在出现第二条 system 消息时会抛错，vLLM 会以 HTTP 400 拒绝整轮请求（用线上模板双向渲染验证过）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48640" y="559612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两条路径发出同一套事件词汇——context_measured / context_trimmed——因此一个渲染器即可服务两者，控制台可实时显示「18.4K / 24K」占用标记。压缩的每一种失败模式（没有摘要器、抛出异常、返回垃圾、token 计数返回 None）都降级为丢弃最旧轮次：上下文管理绝不能成为让一轮对话失败的原因。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窗口之外：还有什么在管控上下文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渐进式披露、事实锚定、智能体记忆与隐私边界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3538728" cy="2103120"/>
          </a:xfrm>
          <a:prstGeom prst="roundRect">
            <a:avLst>
              <a:gd name="adj" fmla="val 3043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99616"/>
            <a:ext cx="237744" cy="237744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44475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技能的渐进式披露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865376"/>
            <a:ext cx="32095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工具注册表保持在约 10 个常驻工具。14 个原子技能仅以「短清单」（名称 + 一行说明）出现；科学家通过 read_skill_reference 取回完整正文，通过 search_skills 检索合适的技能。三级披露：清单 → 指导 → 代码。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33672" y="1316736"/>
            <a:ext cx="3538728" cy="2103120"/>
          </a:xfrm>
          <a:prstGeom prst="roundRect">
            <a:avLst>
              <a:gd name="adj" fmla="val 3043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8264" y="1499616"/>
            <a:ext cx="237744" cy="237744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44475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作用域化的任务简报（DAG 规划器）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98264" y="1865376"/>
            <a:ext cx="32095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DAG 规划器下，每个节点收到限定于「单一任务」的简报——「只做这个任务；先前的产出已经存在」。这从结构上根治了重复 QC 与「第一步把活全干了」的失败模式，同时让每个节点的 prompt 保持精简。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18704" y="1316736"/>
            <a:ext cx="3538728" cy="2103120"/>
          </a:xfrm>
          <a:prstGeom prst="roundRect">
            <a:avLst>
              <a:gd name="adj" fmla="val 3043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499616"/>
            <a:ext cx="237744" cy="237744"/>
          </a:xfrm>
          <a:prstGeom prst="ellipse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44752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闭集事实锚定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83296" y="1865376"/>
            <a:ext cx="32095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在撰写报告之前，实验室会汇编一份受控词表、实际执行过的方法，以及来自已通过轮次的事实表。生成之后，verify_report_facts 会确定性地纠正错误的参考基因组或伪造的「0 个非 PASS」，无论模型写了什么。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3538728" cy="2103120"/>
          </a:xfrm>
          <a:prstGeom prst="roundRect">
            <a:avLst>
              <a:gd name="adj" fmla="val 3043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803904"/>
            <a:ext cx="237744" cy="237744"/>
          </a:xfrm>
          <a:prstGeom prst="ellipse">
            <a:avLst/>
          </a:prstGeom>
          <a:solidFill>
            <a:srgbClr val="6E63B8"/>
          </a:solidFill>
          <a:ln w="12700">
            <a:solidFill>
              <a:srgbClr val="6E6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7490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按智能体演化的记忆 · 默认关闭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4169664"/>
            <a:ext cx="32095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已实现并有单元测试（agents/agent_memory.py）：每位专家在网关磁盘上有私有存储——episodes.jsonl 加提炼后的 lessons.md，在简报中召回、运行结束时反思。但是双重开关：需要 BIOAGENT_AGENT_MEMORY=1 且启用 DAG 规划器，而该开关并不在已部署的 .env 中——因此它从未在生产环境跑过。此处作为「已设计的能力」列出，而非「已上线的行为」。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33672" y="3621024"/>
            <a:ext cx="3538728" cy="2103120"/>
          </a:xfrm>
          <a:prstGeom prst="roundRect">
            <a:avLst>
              <a:gd name="adj" fmla="val 3043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98264" y="3803904"/>
            <a:ext cx="237744" cy="237744"/>
          </a:xfrm>
          <a:prstGeom prst="ellipse">
            <a:avLst/>
          </a:prstGeom>
          <a:solidFill>
            <a:srgbClr val="B8433A"/>
          </a:solidFill>
          <a:ln w="12700">
            <a:solidFill>
              <a:srgbClr val="B84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7490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数据边界守卫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98264" y="4169664"/>
            <a:ext cx="32095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在任何模型调用之前检查 prompt。密钥永远阻断。当端点是远程时阻断原始表格数据，当大模型是本会话本地隧道内的 Qwen 时放行——且原始数据检测「按来源限定」于用户提供的片段，系统自建的脚手架文本不会被误判。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18704" y="3621024"/>
            <a:ext cx="3538728" cy="2103120"/>
          </a:xfrm>
          <a:prstGeom prst="roundRect">
            <a:avLst>
              <a:gd name="adj" fmla="val 3043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3803904"/>
            <a:ext cx="237744" cy="237744"/>
          </a:xfrm>
          <a:prstGeom prst="ellipse">
            <a:avLst/>
          </a:prstGeom>
          <a:solidFill>
            <a:srgbClr val="6E6A85"/>
          </a:solidFill>
          <a:ln w="12700">
            <a:solidFill>
              <a:srgbClr val="6E6A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74904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回复预留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83296" y="4169664"/>
            <a:ext cx="320954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单次的首席研究员／评审／综合生成回复被保证 8192 token 的输出空间。当 prompt 较小时，回复可以用尽剩余窗口，因此长篇稿件不会被中途截断。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11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solidFill>
            <a:srgbClr val="1D1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0779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跨服务器作业提交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12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网关如何从共享 Slurm 集群中获得真实算力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传输、认证与容器化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RCIC 的三条约束塑造了这套设计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615391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关注点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设计应对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登录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HPC3 密码登录需要交互式 Duo 推送；用户必须在校园网或 VPN 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paramiko 的 keyboard-interactive 配合 duo_callback——网关线程在 duo_event 上阻塞，直到 UI 回传所选方式。HPC3 凭据从不落库；数据库里只保存「应用」口令的 bcrypt 哈希。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组权限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/dfs3b/ruic20_lab/ 下的路径需要激活 ruic20_hpc 用户组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wrap_in_group 将整条命令 base64 编码后管道送入 sg &lt;group&gt; -c 'bash -s'，使 heredoc 与引号原样保留。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服务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节点是共享的，固定的 vLLM 端口会与他人的服务冲突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服务作业自行选取空闲端口，并按作业 ID 记录到 $HOME/.bioagent/vllm.&lt;jobid&gt;.port；网关读回后建立本地转发。作业按用户命名，并通过 squeue --me 隔离。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容器隔离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重负载不得跑在 Web 主机上；容器内代码不得损坏原始数据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每个作业都是带 --containall 的 Singularity exec：数据集以只读方式绑定挂载，仅 work/ 与 artifacts/ 可写，其余主机路径全部隐藏。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代码时效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每次改工具就重建 .sif 不可行（HPC3 无 fakeroot）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dfs3b 上的实时源码目录以只读绑定挂载并加入 PYTHONPATH，改工具只需同步代码——无需重建镜像。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Slurm 批作业生命周期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共享集群上的难点不是运行作业，而是排队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E9E7F3"/>
          </a:solidFill>
          <a:ln w="6350">
            <a:solidFill>
              <a:srgbClr val="E9E7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463040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2416" y="142646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" y="1810512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sbatch 提交生成的 #!/bin/bash 脚本；job_id 立即写入注册表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2249424"/>
            <a:ext cx="173736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74136" y="1316736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463040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67912" y="142646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 PD → 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1810512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若在 startup_timeout_s 内未启动：scancel 并重新提交，受 max_attempts 约束——排队久不算硬失败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07608" y="2249424"/>
            <a:ext cx="173736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9632" y="1316736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45936" y="1463040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93408" y="142646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等待完成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5936" y="1810512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run_timeout_s 由 SBATCH --time 加余量推导；用户点击停止将 scancel 并抛出 JobCancelled，与真实失败区分开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33104" y="2249424"/>
            <a:ext cx="173736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25128" y="1316736"/>
            <a:ext cx="2615184" cy="1874520"/>
          </a:xfrm>
          <a:prstGeom prst="roundRect">
            <a:avLst>
              <a:gd name="adj" fmla="val 3415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71432" y="1463040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18904" y="142646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71432" y="1810512"/>
            <a:ext cx="23225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squeue 与 sacct 是最终一致的，因此只在 sacct 达到终态时判定（对未开启 accounting 的集群提供「消失确认」兜底）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364992"/>
            <a:ext cx="539496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474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调用契约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" y="3822192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参数经由 heredoc 哨兵传入，绝不走 shell 转义的 argv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作业以 BIOAGENT_RESULT_JSON 前缀的单行输出返回结果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各条线的入口：scrna_cli · variant_cli · phenotype_cli · paperqa_cli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小体积图表同步回本地；检查点留在 DFS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可选的按运行记忆化，避免工具被重复调用后覆盖已有的好结果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3364992"/>
            <a:ext cx="5477256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34747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优雅降级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2512" y="3822192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若没有可用的远端连接——离线、mock 模式或 HPC 被关闭——每个下发执行器都会「回落」为在本进程内运行同一个工具。运行不会仅因集群不可用而硬失败，本地测试套件也正是走这条路径。这个折中是显式且有日志的：例如 REST 变异路径会明确声明自己被限制在前 500 个变异，而不是悄悄把被截断的 WGS VCF 报告成一个小队列。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11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solidFill>
            <a:srgbClr val="1D1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0779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工作流与业务能力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12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三层结构：固定注册表 · 原子技能 · 预置流水线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能力的三个层次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「技能」一词专指原子、可重写的那一层——这个命名是有承重作用的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499616"/>
            <a:ext cx="329184" cy="329184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463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注册表 —— 固定核心工具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1481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3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agents/registry.py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25296" y="1865376"/>
            <a:ext cx="10085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10 个常驻、带 JSON schema 的类型化工具：分析线、annotate_variants、map_phenotype_to_hpo、run_lirical、literature_search、deep_literature、scgpt_annotate、inspect_dataset、schematic、run_code、finish。只声明一次；系统页面直接由该列表渲染。可下发的工具在构建时被路由到对应的 HPC 执行器。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980944"/>
            <a:ext cx="329184" cy="329184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9443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 —— 原子且可重写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2962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skills/*/SKILL.md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25296" y="3346704"/>
            <a:ext cx="10085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个以文件夹为形态的技能，每个包含 SKILL.md（名称 + 一行描述 + 正文）以及一个 reference.py 的 CodeAct 示范代码——科学家会「改编」它，而不是逐字执行。通过三级渐进式披露按需加载，用户也可在控制台高级面板中多选。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61104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462272"/>
            <a:ext cx="329184" cy="329184"/>
          </a:xfrm>
          <a:prstGeom prst="ellipse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4462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25296" y="44256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预置流水线 —— 固定工作流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4443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8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preset_pipelines/*/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25296" y="4828032"/>
            <a:ext cx="100858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份研究者可审计的协议，用于「引导」首席研究员的规划：PROTOCOL.md / SKILL.md 提供一览式步骤表、参数三分法（智能体决定／自动探测／基础设施固定），以及经过验证的基准数字。首席研究员可自动选择其一；用户也可固定某个协议为必选。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7972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注册表为何仍然必要：让约 10 个工具常驻工具列表代价很低，而把 14 份技能正文常驻上下文则不然。技能只以短清单出现、按需取回——这正是做此拆分的上下文层面的全部理由。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系统当前能完成的业务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七条预置流水线——以研究者真正会问的问题来表述业务能力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074920"/>
                <a:gridCol w="1691640"/>
                <a:gridCol w="21762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流水线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所完成的业务问题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引擎 · 运行位置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celltype_annotation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这个数据集里有哪些细胞类型？每个簇由什么定义？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.h5ad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scanpy · HPC3 作业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scgpt_annotation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以带置信度的方式把参考细胞类型标签迁移到每个细胞——或独立复核数据自带的标签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.h5ad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scGPT · GPU 批作业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differential_expression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实验条件相对对照在各细胞类型上有何差异？涉及哪些通路？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.h5ad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scanpy + gseapy · HPC3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gene_signature_scoring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每个细胞对该基因签名的表达强度如何？在簇或条件间是否存在差异？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.h5ad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scanpy · HPC3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perturbation_analysis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在混池 CRISPR 筛选中，哪些扰动真正改变了转录组？如何改变？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.h5ad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scanpy + E-距离 · HPC3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3F3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variant_annotation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这份 VCF 里哪些变异重要——基因、功能后果、ClinVar 意义、群体稀有度、有害性预测——以及谁排在最前？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.vcf / .vcf.gz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bcftools + 离线 VEP · HPC3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3F36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phenotype_variant_diagnosis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这位患者得的是什么病？哪个变异能解释它？将变异短名单与 HPO 驱动的按病种鉴别诊断相互印证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VCF + 自由文本病例记录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VEP + LIRICAL/Exomiser · HPC3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97296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每条流水线的结尾都是相同的：把工具实际产出的图与表，以确定性、无 AI 参与的方式装配成可引用的 PDF/DOCX 稿件，并附上由已采纳文献引用生成的规范参考文献部分。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11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solidFill>
            <a:srgbClr val="1D1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0779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工程与技术选型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12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选了哪些包、为什么，以及备选方案的代价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包选型及其理由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唯一的硬依赖是 h5py——其余全部是可选 extra，这正是 CI 得以轻量且离线的原因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88920"/>
                <a:gridCol w="6931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为什么是它，而不是那个显而易见的替代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与流式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· uvicorn · WebSocket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需要按角色标记的逐 token 流式、按运行的事件日志与迟到订阅者重放；纯请求／响应框架撑不起长达数小时的运行。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传输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paramiko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Duo 需要可编程的 keyboard-interactive 回调，我们还需要进程内端口转发——直接调用 ssh 二进制两者都做不到。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账户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 2.0 · Alembic · psycopg3 · bcrypt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开发／CI 用 SQLite、生产用 Postgres，共享同一 ORM；元数据入库、大文件留盘。不依赖外部身份服务——数据不出校园。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· Qwen3.6-35B-A3B-AWQ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开源权重跑在实验室自有 GPU 上；OpenAI 兼容 /v1 让任何客户端可用；AWQ 量化以适配显卡；连续批处理让一整个专家团队跑在同一张 GPU 上。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单细胞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scanpy · anndata · gseapy · leidenalg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纯 Python 与 R 栈功能对等（Seurat→scanpy、fgsea→gseapy、DESeq2→PyDESeq2）；ADR-0001 决定保留 venv+pip 而非 conda，因为在 HPC3 上无需 root 且 CI 更快。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文献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paper-qa[local] · Europe PMC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PaperQA2 以本会话的本地 Qwen 为生成模型，配本地 sentence-transformer 向量化，chunk 文本不出 UCI；对外查询被净化为文件名与问题本身。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bcftools · Ensembl VEP (offline) · ClinVar · CADD/REVEL/AlphaMissense · OpenSpliceAI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 C 工具流式处理 VCF，Python 永不整体加载；离线缓存彻底消除 REST 限流；插件无需新增代码即可补齐预测器列。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表型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LIRICAL v2.4.1 · Exomiser · HPO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基于已策展 HPO/OMIM 注释的校准似然比模型——置信度数字来自 LIRICAL，绝不来自大模型。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渲染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pandoc · XeLaTeX · graphviz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由真实产物确定性装配稿件。模型只写正文，绝不生成它所引用的图或表。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容器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Singularity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HPC3 唯一允许的容器运行时；集群上没有 fakeroot，因此镜像远程构建后以只读方式投放。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支撑上述选型的五条原则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每一条都由测试套件强制，而不是靠约定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27632"/>
            <a:ext cx="292608" cy="292608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463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注入，而非导入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1426464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chat_fn、count_tokens_fn、summarize_fn、执行器 Protocol 与大模型客户端一律「注入」。chat_context 不从网关导入任何东西；quick_chat 不装 paramiko 也能导入。因此整个智能体循环可以在离线的脚本化工具调用下运行。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596896"/>
            <a:ext cx="292608" cy="292608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43230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重依赖延迟且可选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2395728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每个重运行时都藏在 pyproject 的 extra 与懒加载导入之后。缺少它的主机得到干净的 status="dependency_missing"，而不是崩溃——因此内核与 CI 保持轻量，而服务器承载完整栈。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566160"/>
            <a:ext cx="292608" cy="292608"/>
          </a:xfrm>
          <a:prstGeom prst="ellipse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566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34015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流式处理，绝不整体加载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3364992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这条规则区分了玩具路径与生产路径：bcftools 过滤 VCF、VEP 输出 JSONL，Python 只逐行解析——无论输入多大，峰值内存都是有界的。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4535424"/>
            <a:ext cx="292608" cy="292608"/>
          </a:xfrm>
          <a:prstGeom prst="ellipse">
            <a:avLst/>
          </a:prstGeom>
          <a:solidFill>
            <a:srgbClr val="6E63B8"/>
          </a:solidFill>
          <a:ln w="12700">
            <a:solidFill>
              <a:srgbClr val="6E6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535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43708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一套接口，两种实现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4334256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RemoteExecutor 由真实 SSH 会话与进程内 MockExecutor 双实现；每个下发执行器还自带进程内回退。同一条代码路径既跑在生产也跑在测试。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5504688"/>
            <a:ext cx="292608" cy="292608"/>
          </a:xfrm>
          <a:prstGeom prst="ellipse">
            <a:avLst/>
          </a:prstGeom>
          <a:solidFill>
            <a:srgbClr val="B8433A"/>
          </a:solidFill>
          <a:ln w="12700">
            <a:solidFill>
              <a:srgbClr val="B84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504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534009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降级要响，绝不能静悄悄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14800" y="5303520"/>
            <a:ext cx="7251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被降级的步骤会记入诊断报告，而最终稿件保持干净；被截断的输入会主动声明自己。我们真正防范的失败不是崩溃，而是「看起来合理的错误答案」。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与云端前沿模型科研智能体的定位对比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对比的是架构姿态——数据驻留、算力可达性、领域纵深——而非模型能力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51960"/>
                <a:gridCol w="51023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云端科研智能体平台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AiScientist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数据驻留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患者 VCF、病例记录与原始矩阵必须上传给第三方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数据不出校园：模型、向量与数据全部位于 UCI 硬件；每条 prompt 都过守卫检查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算力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面向通用代码的托管沙箱，按用量计费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实验室自有 Slurm 配额——WGS 规模作业、数小时 GPU 服务、无按 token 计费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参考数据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无法挂载 96 GB 的 CADD 或 131 GB 的 dbNSFP；受限资源触达不到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在作业运行的同一文件系统上，就地读取实验室已投放的参考数据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领域纵深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通用代码执行——智能体每次都要重新发明协议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为离线 VEP、LIRICAL、scGPT、scanpy 提供一等公民的类型化工具，并在代码中复现了实验室自有的 IRD 协议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可审计性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一份智能体行为的对话记录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run_state.json、溯源标记、可恢复的运行、确定性无 AI 报告，以及每次降级的诊断记录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反臆造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以 prompt 层面的指令为主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落在代码层：确定性守卫禁止「接受」失败步骤，生成后校验无视模型内容直接纠正稿件</a:t>
                      </a:r>
                      <a:endParaRPr lang="en-US" sz="9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9824"/>
            <a:ext cx="11091672" cy="786384"/>
          </a:xfrm>
          <a:prstGeom prst="roundRect">
            <a:avLst>
              <a:gd name="adj" fmla="val 8140"/>
            </a:avLst>
          </a:prstGeom>
          <a:solidFill>
            <a:srgbClr val="E9E7F3"/>
          </a:solidFill>
          <a:ln w="6350">
            <a:solidFill>
              <a:srgbClr val="E9E7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5541264"/>
            <a:ext cx="10652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他们领先之处——如实陈述：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前沿推理质量、通用工具广度，以及零运维负担的托管可用性。我们的应对是：可插拔的大模型后端（任意 OpenAI 兼容端点），使模型可 A/B 替换；以及规划中的 LangGraph + Postgres checkpointer 循环重构。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11D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114800"/>
            <a:ext cx="2377440" cy="2377440"/>
          </a:xfrm>
          <a:prstGeom prst="ellipse">
            <a:avLst/>
          </a:prstGeom>
          <a:solidFill>
            <a:srgbClr val="1D1A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84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7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0779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基因变异注释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71246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当前在研的工作线——架构、对齐目标、已验证数据、待补缺口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这条线要修复的两种失败模式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两者都是跑真实实验室数据发现的，不是评审看出来的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5468112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16736"/>
            <a:ext cx="5468112" cy="457200"/>
          </a:xfrm>
          <a:prstGeom prst="roundRect">
            <a:avLst>
              <a:gd name="adj" fmla="val 14000"/>
            </a:avLst>
          </a:prstGeom>
          <a:solidFill>
            <a:srgbClr val="B8433A"/>
          </a:solidFill>
          <a:ln w="12700">
            <a:solidFill>
              <a:srgbClr val="B84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5468112" cy="164592"/>
          </a:xfrm>
          <a:prstGeom prst="rect">
            <a:avLst/>
          </a:prstGeom>
          <a:solidFill>
            <a:srgbClr val="B8433A"/>
          </a:solidFill>
          <a:ln w="12700">
            <a:solidFill>
              <a:srgbClr val="B84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5331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失败一 —— 撑不起规模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最初的 REST 路径把整个 VCF 读入 Python 字符串，上限 500 个变异，还受公共 Ensembl API 限流。一个 1.1 GB 的 WGS VCF 被悄悄按前 500 个变异注释——然后被报告成「500 变异队列」。这个截断在稿件里完全看不出来。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273552"/>
            <a:ext cx="5065776" cy="950976"/>
          </a:xfrm>
          <a:prstGeom prst="roundRect">
            <a:avLst>
              <a:gd name="adj" fmla="val 6731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346704"/>
            <a:ext cx="477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b="1" dirty="0">
                <a:solidFill>
                  <a:srgbClr val="B8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改为离线线——bcftools 流式过滤，VEP 以 --fork 读取绑定挂载的本地缓存，Python 逐行解析 JSONL。内存有界、无需网络、无上限。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172200" y="1316736"/>
            <a:ext cx="5468112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316736"/>
            <a:ext cx="5468112" cy="457200"/>
          </a:xfrm>
          <a:prstGeom prst="roundRect">
            <a:avLst>
              <a:gd name="adj" fmla="val 14000"/>
            </a:avLst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09344"/>
            <a:ext cx="5468112" cy="164592"/>
          </a:xfrm>
          <a:prstGeom prst="rect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353312"/>
            <a:ext cx="5065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失败二 —— 不够临床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3368" y="1901952"/>
            <a:ext cx="50657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在同一份 VCF 上与实验室自有的 IRD 参考流程对标：注释本身是可靠的（基因一致性约 94%），但候选短名单在临床上跑偏——线粒体、PRAMEF 与 lncRNA 噪声排在最前，而 RP1L1 与 CRB1 被漏掉。通用协议不等于 IRD 协议。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73368" y="3273552"/>
            <a:ext cx="5065776" cy="950976"/>
          </a:xfrm>
          <a:prstGeom prst="roundRect">
            <a:avLst>
              <a:gd name="adj" fmla="val 6731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346704"/>
            <a:ext cx="4773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b="1" dirty="0">
                <a:solidFill>
                  <a:srgbClr val="D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 </a:t>
            </a:r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在我们自己的代码中复现实验室「已知基因优先」的策略——在注释之前先应用 258 基因的 RetNet 面板，再加稀有度下限，最后按遗传模式分层。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E9E7F3"/>
          </a:solidFill>
          <a:ln w="6350">
            <a:solidFill>
              <a:srgbClr val="E9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663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沿途发现并修复的四个工程隐患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8096" y="5010912"/>
            <a:ext cx="237744" cy="237744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5010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" y="5303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vep.sif 中 /data 是指向只读 VEP 缓存的符号链接，因此绑定到 $HOME 的临时目录会解析进该缓存，Singularity 在容器创建阶段直接失败（exit 127，约 1 秒）——悄无声息地杀死了「每一个」离线作业。现在临时目录改到 dfs3b。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0" y="5010912"/>
            <a:ext cx="237744" cy="237744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5010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5303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此前不自动识别参考基因组版本；把 hg19 的 VCF 当作 GRCh38 注释，约 90% 的基因会错。现在从 VCF 头部（chr1 contig 长度）读取，并以 GRCh37 为兜底——多数眼科／IRD 数据是 GRCh37。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81344" y="5010912"/>
            <a:ext cx="237744" cy="237744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5010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81344" y="5303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的 .tbi 索引没有与 .vcf.gz 一起绑定挂载，导致 VEP --custom 的 Tabix 查询悄悄查不到任何东西。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887968" y="5010912"/>
            <a:ext cx="237744" cy="237744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87968" y="5010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87968" y="530352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没有重跑守卫时，模型会在后续步骤里再次调用 annotate_variants——那是一个全新的约 45 分钟 WGS VEP 作业，并会「覆盖」已有的好结果表。现在通过可选的按运行记忆化阻止了这一点。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离线变异注释流水线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HPC3 CPU 节点的 vep.sif 内运行，由 variant_cli + Slurm 分析执行器驱动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737360" cy="2514600"/>
          </a:xfrm>
          <a:prstGeom prst="roundRect">
            <a:avLst>
              <a:gd name="adj" fmla="val 3684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444752"/>
            <a:ext cx="274320" cy="27432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Ti/Tv、杂合/纯合比、call rate；标记超出 WGS/WES 预期范围的数值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295144" y="256032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14016" y="1316736"/>
            <a:ext cx="1737360" cy="2514600"/>
          </a:xfrm>
          <a:prstGeom prst="roundRect">
            <a:avLst>
              <a:gd name="adj" fmla="val 3684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1444752"/>
            <a:ext cx="274320" cy="27432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05456" y="1773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 + 归一化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05456" y="2231136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bcftools 流式做 PASS 过滤；若已投放参考 FASTA，则可选做左对齐／多等位拆分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160520" y="256032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79392" y="1316736"/>
            <a:ext cx="1737360" cy="2514600"/>
          </a:xfrm>
          <a:prstGeom prst="roundRect">
            <a:avLst>
              <a:gd name="adj" fmla="val 3684"/>
            </a:avLst>
          </a:prstGeom>
          <a:solidFill>
            <a:srgbClr val="F3F2F8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8264" y="1444752"/>
            <a:ext cx="274320" cy="274320"/>
          </a:xfrm>
          <a:prstGeom prst="ellipse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8264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70832" y="1773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先面板，后 VEP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70832" y="2231136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regions_bed 限定到疾病基因面板——外显子与内含子皆包含——并加上群体等位基因频率的稀有度下限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025896" y="256032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44768" y="1316736"/>
            <a:ext cx="1737360" cy="25146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444752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1773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 --offline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2231136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基因、功能后果、canonical/MANE、SIFT/PolyPhen、gnomAD 频率；ClinVar 经 --custom 引入；CADD / REVEL / AlphaMissense 经插件引入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891272" y="256032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10144" y="1316736"/>
            <a:ext cx="1737360" cy="25146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29016" y="1444752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29016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01584" y="1773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剪接 + IRD 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01584" y="2231136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同一容器内的 OpenSpliceAI（开关控制）；HGMD、视网膜特异外显子、视网膜 ATAC 峰、dbscSNV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756648" y="2560320"/>
            <a:ext cx="146304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75520" y="1316736"/>
            <a:ext cx="1737360" cy="25146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94392" y="1444752"/>
            <a:ext cx="274320" cy="274320"/>
          </a:xfrm>
          <a:prstGeom prst="ellipse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94392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966960" y="1773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 + 交付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2231136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按基因判定遗传模式——显性 ≤1e-4 · 隐性 ≥2 个等位 ≤5e-3 · X 连锁——随后输出 5 张标准表与排序后的短名单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48640" y="4005072"/>
            <a:ext cx="6766560" cy="2011680"/>
          </a:xfrm>
          <a:prstGeom prst="roundRect">
            <a:avLst>
              <a:gd name="adj" fmla="val 3182"/>
            </a:avLst>
          </a:prstGeom>
          <a:solidFill>
            <a:srgbClr val="16142B"/>
          </a:solidFill>
          <a:ln w="6350">
            <a:solidFill>
              <a:srgbClr val="1614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" y="411480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HPC3 上端到端验证（2026-07-13，同一基准 VCF）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6384" y="4498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 min → 99 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566160" y="44988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VEP 之前限定面板后，全 VCF 注释耗时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6384" y="49560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 M → 1,544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566160" y="49560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 实际需要处理的变异数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6384" y="54132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CRB1 · TRPM1 · CROCC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566160" y="541324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短名单现在由真正的视网膜疾病基因领衔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479792" y="4005072"/>
            <a:ext cx="4160520" cy="2011680"/>
          </a:xfrm>
          <a:prstGeom prst="roundRect">
            <a:avLst>
              <a:gd name="adj" fmla="val 3182"/>
            </a:avLst>
          </a:prstGeom>
          <a:solidFill>
            <a:srgbClr val="E9E7F3"/>
          </a:solidFill>
          <a:ln w="6350">
            <a:solidFill>
              <a:srgbClr val="E9E7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99248" y="4114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最值得注意的发现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99248" y="4443984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CRB1 与 USH2A 上命中 ClinVar 致病／可能致病变异——并在同一患者身上发现复合杂合的 CRB1 候选：一个 ClinVar 致病等位加上一个新发的功能缺失等位。这正是此前的通用流程产不出来的、实验室风格的 IRD 结果。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IRD 对齐：11 个层次，如实评分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目标是「临床级对齐」——同样的候选能浮出来——而不是逐字节一致；引擎本身就不同（我们用 VEP/Ensembl，他们用 ANNOVAR/refGene）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31720"/>
                <a:gridCol w="5943600"/>
                <a:gridCol w="1170432"/>
                <a:gridCol w="640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IRD 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我方现状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68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已知基因／面板优先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 基因的 RetNet 面板已作为仓库资产引入，并作为默认基因集注入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E8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按疾病模式的等位基因频率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显性 ≤1e-4／隐性 ≥2 个等位 ≤5e-3／X 连锁，取代单一平坦阈值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E8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蛋白改变优先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功能后果与影响等级已具备；作为显式的短名单分层被提升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E8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已完成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已知致病突变匹配（HGMD）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注释器已移植；实验室在 HPC3 上的 HGMD 公开版本已获授权复用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D9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已建待开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视网膜特异外显子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重叠注释器已移植；Eric Pierce 的 RNA-seq BED 已在 HPC3 上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D9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已建待开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剪接预测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OpenSpliceAI 已构建并验证（DS_DL 0.917 / 0.755）；dbscSNV 注释器已移植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D9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已建待开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深度预测器面板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CADD／REVEL／AlphaMissense 的 VEP 插件已编码；96 GB CADD + 2.3 GB REVEL + 131 GB dbNSFP 已在 HPC3 上就位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D9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已建待开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基因层面的约束度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pLI／pRec／RVIS／GDI 尚未注释，也未纳入分层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B84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待建设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表型整合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LIRICAL + Exomiser 线已建成并验证；Exomiser 的基因-表型评分尚未纳入变异分层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D9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已建待开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复合杂合定相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尚未实现基于基因型的 cis/trans 定相——目前仅有频率 + 计数门槛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B84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待建设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调控可及性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narrowPeak 重叠注释器已移植；视网膜 ATAC 峰文件已在 HPC3 上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D98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已建待开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「已建待开」= 代码已存在、数据已就位，剩下的是运维决策（一个环境开关、一次部署），而非工程开发。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表型轨道 —— 以及它在结构上的边界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变异短名单说不出「是哪个病」；表型说不出「是哪个变异」。因此两条轨道独立运行，再相互印证。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3872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538728" cy="438912"/>
          </a:xfrm>
          <a:prstGeom prst="roundRect">
            <a:avLst>
              <a:gd name="adj" fmla="val 14583"/>
            </a:avLst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3538728" cy="164592"/>
          </a:xfrm>
          <a:prstGeom prst="rect">
            <a:avLst/>
          </a:prstGeom>
          <a:solidFill>
            <a:srgbClr val="17B8A6"/>
          </a:solidFill>
          <a:ln w="12700">
            <a:solidFill>
              <a:srgbClr val="17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9903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自由文本 → HPO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1729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临床医生用自己的语言书写，任何语种皆可。大模型负责抽取短语与否定；「标识符归本体所有」——模型只挑选候选项的编号，绝不自己敲出 HPO ID。词表已随仓库提交，因此可离线运行。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091940" y="2514600"/>
            <a:ext cx="132588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33672" y="1371600"/>
            <a:ext cx="353872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3672" y="1371600"/>
            <a:ext cx="3538728" cy="438912"/>
          </a:xfrm>
          <a:prstGeom prst="roundRect">
            <a:avLst>
              <a:gd name="adj" fmla="val 14583"/>
            </a:avLst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645920"/>
            <a:ext cx="3538728" cy="164592"/>
          </a:xfrm>
          <a:prstGeom prst="rect">
            <a:avLst/>
          </a:prstGeom>
          <a:solidFill>
            <a:srgbClr val="3F3684"/>
          </a:solidFill>
          <a:ln w="12700">
            <a:solidFill>
              <a:srgbClr val="3F36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139903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HPO + VCF → LIRICAL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16552" y="1920240"/>
            <a:ext cx="31729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LIRICAL v2.4.1 配合 Exomiser，用似然比模型把 HPO 表型谱与变异短名单融合为「按病种的后验概率」。罕见而特异的症状携带更多信息——这正是应对 IRD 症状高度重叠的关键。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776972" y="2514600"/>
            <a:ext cx="132588" cy="0"/>
          </a:xfrm>
          <a:prstGeom prst="line">
            <a:avLst/>
          </a:prstGeom>
          <a:noFill/>
          <a:ln w="19050">
            <a:solidFill>
              <a:srgbClr val="6E6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18704" y="1371600"/>
            <a:ext cx="353872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8704" y="1371600"/>
            <a:ext cx="3538728" cy="438912"/>
          </a:xfrm>
          <a:prstGeom prst="roundRect">
            <a:avLst>
              <a:gd name="adj" fmla="val 14583"/>
            </a:avLst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18704" y="1645920"/>
            <a:ext cx="3538728" cy="164592"/>
          </a:xfrm>
          <a:prstGeom prst="rect">
            <a:avLst/>
          </a:prstGeom>
          <a:solidFill>
            <a:srgbClr val="D9832B"/>
          </a:solidFill>
          <a:ln w="12700">
            <a:solidFill>
              <a:srgbClr val="D983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1584" y="139903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两个数字，绝不平均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01584" y="1920240"/>
            <a:ext cx="317296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LIRICAL 的校准概率是可信的置信度。文献轨道返回 ClinGen 风格的基因-疾病「效力等级」——那是证据「等级」而非概率——因此它只能为某个判定「附加支持」，或把某个候选「捞回」交人工复核，绝不会被混入那个数字。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5468112" cy="2212848"/>
          </a:xfrm>
          <a:prstGeom prst="roundRect">
            <a:avLst>
              <a:gd name="adj" fmla="val 2893"/>
            </a:avLst>
          </a:prstGeom>
          <a:solidFill>
            <a:srgbClr val="F3F2F8"/>
          </a:solidFill>
          <a:ln w="6350">
            <a:solidFill>
              <a:srgbClr val="F3F2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913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在演示病例上的验证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" y="4261104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一份非正式的病例记录，在无人工策展的情况下映射出 4 个观察到 + 12 个排除的 HPO 术语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LIRICAL 把正确答案 IMPG2 排在第 1 位（compositeLR 12.647）——在合成 VCF 与真实 WGS VCF 上均可复现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「阴性症状」确实起作用：补上 5 句「患者没有……」，使原本排第 1 的错误答案掉到第 18 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63056" y="3822192"/>
            <a:ext cx="5477256" cy="2212848"/>
          </a:xfrm>
          <a:prstGeom prst="roundRect">
            <a:avLst>
              <a:gd name="adj" fmla="val 2893"/>
            </a:avLst>
          </a:prstGeom>
          <a:solidFill>
            <a:srgbClr val="FBEEE9"/>
          </a:solidFill>
          <a:ln w="12700">
            <a:solidFill>
              <a:srgbClr val="E8C8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913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4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结构性局限——要讲清楚，不要藏着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82512" y="4261104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7A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在实验室 20 个真实已解病例（其中 7 份 VCF 实跑）上评估：当致病基因具有已知 OMIM 疾病时，流水线能召回它——2 例排第 1，7 例中有 4 例进前 6。但它「无法」对 OMIM 条目为零的基因排序，因为 LIRICAL 与基因面板都建立在已策展的基因-疾病注释之上。而实验室的病例恰恰富集了这类新基因（AP5B1、WASF3）。补上这一块需要一条「变异优先」的线，而不是更好的 prompt。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路线图与当前状态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四个阶段，按「杠杆／风险比」排序；数据层面的阻塞已全部解除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99616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0E85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部署已修复的回归问题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0" y="1444752"/>
            <a:ext cx="6199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 .env 中某个值后面的行内注释会导致静默回落到默认值——vLLM 实际以 32K 窗口运行而非配置的 128K，run_code 也没跑在 HPC3 上。代码已修复；剩下的是下次编辑 .env 时清理重复键。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96896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3F3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9689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把已建成的东西打开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12080" y="2542032"/>
            <a:ext cx="6199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杠杆最高、风险最低：面板已接通、预测器已就位、SpliceAI 已构建并验证。剩下的只是环境开关与一次基准重跑——无需新逻辑。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94176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D983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941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把优先级逻辑写进代码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12080" y="3639312"/>
            <a:ext cx="6199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疾病模式的频率分层与蛋白改变分层已完成。仍待建设：基因层面约束度（pLI/pRec/RVIS/GDI）注释，以及基于基因型的 cis/trans 复合杂合定相。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48640" y="4608576"/>
            <a:ext cx="1109167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DDA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91456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6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9145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754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外部数据层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0" y="4736592"/>
            <a:ext cx="61996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HGMD、视网膜特异外显子、视网膜 ATAC 与 Exomiser 评分——注释器已全部移植，参考数据已全部就位且获授权。仅剩一项待定，而且它是产品决策而非文件问题：患者 HPO 术语以何种方式进入一次运行。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5687568"/>
            <a:ext cx="11091672" cy="585216"/>
          </a:xfrm>
          <a:prstGeom prst="roundRect">
            <a:avLst>
              <a:gd name="adj" fmla="val 10938"/>
            </a:avLst>
          </a:prstGeom>
          <a:solidFill>
            <a:srgbClr val="E9E7F3"/>
          </a:solidFill>
          <a:ln w="6350">
            <a:solidFill>
              <a:srgbClr val="E9E7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742432"/>
            <a:ext cx="10652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变异线之外：</a:t>
            </a:r>
            <a:pPr indent="0" marL="0">
              <a:buNone/>
            </a:pPr>
            <a:r>
              <a:rPr lang="en-US" sz="1000" dirty="0">
                <a:solidFill>
                  <a:srgbClr val="6E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把主循环移植到 LangGraph + Postgres checkpointer、朝 Kosmos 对齐的溯源标记、多轮次研究循环，以及可插拔后端——让实验室可以用自己的端点替代 HPC3。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技术规格说明 · v0.2.0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1672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6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01C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真实的算力、真实的工具、真实的数据——全部留在实验室自有硬件上，而「诚实」的保证写在代码里，而不是写在 prompt 里。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221E45"/>
          </a:solidFill>
          <a:ln w="12700">
            <a:solidFill>
              <a:srgbClr val="332D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46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3602736"/>
            <a:ext cx="2249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BA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按生命周期分层：会话、运行、步骤、持久记录——因此一次运行可隔离、可取消、可恢复。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74136" y="310896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221E45"/>
          </a:solidFill>
          <a:ln w="12700">
            <a:solidFill>
              <a:srgbClr val="332D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3246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6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57016" y="3602736"/>
            <a:ext cx="2249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BA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两条路径共用一套估算器、服务端精确计数，压缩失败时降级而不是报错。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199632" y="310896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221E45"/>
          </a:solidFill>
          <a:ln w="12700">
            <a:solidFill>
              <a:srgbClr val="332D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82512" y="3246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82512" y="3602736"/>
            <a:ext cx="2249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BA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之上的单一 RemoteExecutor 接口；作业归 Slurm 所有，原子注册表让我们在重启后重新挂接。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025128" y="3108960"/>
            <a:ext cx="2615184" cy="1737360"/>
          </a:xfrm>
          <a:prstGeom prst="roundRect">
            <a:avLst>
              <a:gd name="adj" fmla="val 3684"/>
            </a:avLst>
          </a:prstGeom>
          <a:solidFill>
            <a:srgbClr val="221E45"/>
          </a:solidFill>
          <a:ln w="12700">
            <a:solidFill>
              <a:srgbClr val="332D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8008" y="3246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08008" y="3602736"/>
            <a:ext cx="2249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BA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 规模的离线注释，并复现了实验室的 IRD 协议——面板优先把 52 分钟变成 99 秒。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7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AiScientist · UCI 视觉／眼科生物学实验室 · v0.2.0 「DAG」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AiScientist — 技术规格说明</dc:title>
  <dc:subject>PptxGenJS Presentation</dc:subject>
  <dc:creator>AiScientist</dc:creator>
  <cp:lastModifiedBy>AiScientist</cp:lastModifiedBy>
  <cp:revision>1</cp:revision>
  <dcterms:created xsi:type="dcterms:W3CDTF">2026-07-29T01:33:17Z</dcterms:created>
  <dcterms:modified xsi:type="dcterms:W3CDTF">2026-07-29T01:33:17Z</dcterms:modified>
</cp:coreProperties>
</file>